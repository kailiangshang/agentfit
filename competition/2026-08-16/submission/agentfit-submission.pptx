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paradig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four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ex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training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quant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3-a1-skele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4-a2-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5-a3-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6-a4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-a5-open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