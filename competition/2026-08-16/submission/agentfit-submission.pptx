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2-paradig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3-four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4-exist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5-training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6-at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7-regular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8-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9-trace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0-quant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1-s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2-deli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3-a1-skele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4-a2-at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5-a3-regular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6-a4-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7-a5-open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8-a6-in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